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Career Guidance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UI/UX Project</a:t>
            </a:r>
          </a:p>
          <a:p>
            <a:r>
              <a:t>Designed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confused about careers.</a:t>
            </a:r>
          </a:p>
          <a:p>
            <a:r>
              <a:t>Survey insights: Need mentorship, clarity, quizzes.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Personas: Ravi &amp; Priya.</a:t>
            </a:r>
          </a:p>
          <a:p>
            <a:r>
              <a:t>Flow: Onboarding → Quiz → Result → Dashboard → Roadmap → Chat.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UI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Quiz, Result, Dashboard, Chat,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in Figma.</a:t>
            </a:r>
          </a:p>
          <a:p>
            <a:r>
              <a:t>Learnings: UX process, testing, IA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